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3" r:id="rId1"/>
  </p:sldMasterIdLst>
  <p:notesMasterIdLst>
    <p:notesMasterId r:id="rId10"/>
  </p:notesMasterIdLst>
  <p:sldIdLst>
    <p:sldId id="256" r:id="rId2"/>
    <p:sldId id="257" r:id="rId3"/>
    <p:sldId id="268" r:id="rId4"/>
    <p:sldId id="292" r:id="rId5"/>
    <p:sldId id="294" r:id="rId6"/>
    <p:sldId id="295" r:id="rId7"/>
    <p:sldId id="293" r:id="rId8"/>
    <p:sldId id="280" r:id="rId9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5653" autoAdjust="0"/>
    <p:restoredTop sz="94660"/>
  </p:normalViewPr>
  <p:slideViewPr>
    <p:cSldViewPr snapToGrid="0">
      <p:cViewPr varScale="1">
        <p:scale>
          <a:sx n="59" d="100"/>
          <a:sy n="59" d="100"/>
        </p:scale>
        <p:origin x="55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A9350F-2939-4458-8D71-3F15E74601A9}" type="datetimeFigureOut">
              <a:rPr lang="es-ES" smtClean="0"/>
              <a:t>26/05/2026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E1F878-C97D-4BE2-B675-011D6B6D452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107861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E22F42-ECF8-67AB-B4D3-9BB79D5AFE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39C6CCC-FC50-6B81-54A1-D4E165F1F8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FFB198E-06B3-5916-A774-D01CDC626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6174E-6725-4DA7-9A8F-10708BCA6C53}" type="datetime1">
              <a:rPr lang="es-ES" smtClean="0"/>
              <a:t>26/05/2026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FA619E9-A5F2-9D46-3A2C-41A01198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B89F9F9-E9C3-3F3E-507E-7C5BB9F13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089147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3BF5695-F18E-CBA8-4638-0DF098EF4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224158F-C541-6F35-0B67-F7B60ACE1D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9F2F9B5-4B32-53CC-E3D4-B90D1225A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E6AE57-678C-4474-BCAF-A1C1D01D9923}" type="datetime1">
              <a:rPr lang="es-ES" smtClean="0"/>
              <a:t>26/05/2026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9D611A6-8DB3-E99E-1616-D77F81A7D5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78D4036-E385-757F-6585-A73D22BFD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951034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20B0C7-254B-8B1A-CB66-1EA34BF00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9851B32-8041-5DD5-9C79-63A600F27E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52EB102-8446-1614-82D6-3531FA10C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444EE-D81E-4C7F-A938-20181987BA6B}" type="datetime1">
              <a:rPr lang="es-ES" smtClean="0"/>
              <a:t>26/05/2026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CDB68F8-EEF2-5854-C428-7CC655C36A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D1C6114-2CF0-5EFA-6CBE-A70B4F880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946635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24F5F5D-B7E9-479D-27FD-22F8E491D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4F9902-5417-069B-46A7-69562C0C16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BB12A47-EB08-B914-AF6F-8D42F489E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CF1C667-6A92-4603-4472-7704CDEE6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7FAF70-6DC3-49DB-8469-3FD7C3DF5C2E}" type="datetime1">
              <a:rPr lang="es-ES" smtClean="0"/>
              <a:t>26/05/2026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0E808CB-D845-E05D-81CF-4A95887E7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CA2FCA4-20FD-FEF5-6310-BB1065096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76118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4E5D65-FA05-32F0-54C7-8BA5D72470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CACA1E4-3B38-9ECE-4034-26A823495B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3E62DE0-E0DE-BCAB-77E3-E4A9FF96A4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F6A6FCD9-6905-193C-1733-C92B3C9CB0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C71B0DC3-CE63-2903-C845-5285C5D6FF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EE051181-3F03-AA19-6919-0664E0E8E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ABBE8-6FAC-4BD3-965B-CE24F796E336}" type="datetime1">
              <a:rPr lang="es-ES" smtClean="0"/>
              <a:t>26/05/2026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1542668B-1889-0894-ABE9-312364C7C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6C6D61D4-4828-7BB4-6AFF-1708EEC60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286832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8A1266-EF47-4451-6F4E-45D5E4D65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285C14F-1B03-171A-561A-A58EB54328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DC02F9-238F-4FB1-8B2A-D4A4337555AF}" type="datetime1">
              <a:rPr lang="es-ES" smtClean="0"/>
              <a:t>26/05/2026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E5794885-FAFF-6F1B-7719-AC6D909FCD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062D108-4416-1019-B29F-67BF767B3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42554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6F5D0E32-5BF7-D7F6-645F-C4C7FE454D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8BAA2-4E3A-4749-9C95-C97D8416C792}" type="datetime1">
              <a:rPr lang="es-ES" smtClean="0"/>
              <a:t>26/05/2026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7594E04-2BF7-6238-A9D2-35ADCF174B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402517F-B15C-B742-6D66-E24CC6E56A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0823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0E94F9-FA1B-8CDA-B816-31D1F3CD6D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273DDE5-630C-8F57-9AB0-7ED9A4053E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B84EFD3-48FF-EA5D-7684-5FFF7D18FF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DAFCF12-CED4-1AC1-0309-879D333F7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BCFCA8-6CCF-4D46-B1C6-78E050CA5BBC}" type="datetime1">
              <a:rPr lang="es-ES" smtClean="0"/>
              <a:t>26/05/2026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215CCAF-28CA-EE09-5BB5-C35F8E4063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EF35DBF-B751-3A4A-B9F9-4592CD409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562996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5F9495-E4B0-6777-9499-47F8F18F6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2A7DFA85-3344-1EA2-E115-22855C1B34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0DF6EE4-8B35-2130-610A-820DB1F0F4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4AC1441-5C66-1B71-EC57-30AB4AB36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2B887-773C-4083-9C59-A03E7CE6E670}" type="datetime1">
              <a:rPr lang="es-ES" smtClean="0"/>
              <a:t>26/05/2026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3EAEF0A-6CC0-8D0D-E728-9F44717AD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9849E0C-F1C1-8509-0CFB-E80DE3075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050209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12619A-383A-D18C-A0B1-E2481995B6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4880657-5AB3-5735-4AD9-AAEB6C3220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A582BD3-69D6-4365-2557-A18EA1AEAF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6CC12-3AAD-493A-B056-FC6E58CED972}" type="datetime1">
              <a:rPr lang="es-ES" smtClean="0"/>
              <a:t>26/05/2026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8115AE5-A24B-06EE-3801-5BBEB5396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ABB953F-CA01-02BF-FE05-DEACD8F2C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2173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B5D12A9E-66C7-2D0A-F3A7-7395C2F97F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05834BB-9280-07A9-569F-B2E8C55478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BEF4119-5460-1818-013A-3DB2D92D06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15989-7D34-4CB0-BE8D-094F4093C5BE}" type="datetime1">
              <a:rPr lang="es-ES" smtClean="0"/>
              <a:t>26/05/2026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3DEA734-B501-E7C9-0FCB-735CFB672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104CFD8-3E23-D8E6-E84F-51F8CEEBB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807121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068B6A64-BF10-0296-8BF9-28C23E441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E124651-F781-68FC-64DF-8AAA0784D2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0A62312-258F-20CB-AA49-062194342C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307928-303A-499E-B86C-8D170FB3D7EF}" type="datetime1">
              <a:rPr lang="es-ES" smtClean="0"/>
              <a:t>26/05/2026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9300B7C-36D5-0BF3-E39C-82C76AB77A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AE7704D-3701-D896-F4F5-A4E546CC22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980496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4" r:id="rId1"/>
    <p:sldLayoutId id="2147483805" r:id="rId2"/>
    <p:sldLayoutId id="2147483806" r:id="rId3"/>
    <p:sldLayoutId id="2147483807" r:id="rId4"/>
    <p:sldLayoutId id="2147483808" r:id="rId5"/>
    <p:sldLayoutId id="2147483809" r:id="rId6"/>
    <p:sldLayoutId id="2147483810" r:id="rId7"/>
    <p:sldLayoutId id="2147483811" r:id="rId8"/>
    <p:sldLayoutId id="2147483812" r:id="rId9"/>
    <p:sldLayoutId id="2147483813" r:id="rId10"/>
    <p:sldLayoutId id="2147483814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64F913-F19F-111C-F69E-7A31797FCF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68878" y="2005709"/>
            <a:ext cx="8654243" cy="1646302"/>
          </a:xfrm>
        </p:spPr>
        <p:txBody>
          <a:bodyPr>
            <a:normAutofit fontScale="90000"/>
          </a:bodyPr>
          <a:lstStyle/>
          <a:p>
            <a:r>
              <a:rPr lang="es-ES" dirty="0"/>
              <a:t>Caracterización de ADC y DAC de microcontroladores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88D4090-8606-687E-F576-7C266EB4DD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96304"/>
            <a:ext cx="9144000" cy="1655762"/>
          </a:xfrm>
        </p:spPr>
        <p:txBody>
          <a:bodyPr/>
          <a:lstStyle/>
          <a:p>
            <a:r>
              <a:rPr lang="es-ES" dirty="0"/>
              <a:t>Por: Sebastián Sánchez</a:t>
            </a:r>
          </a:p>
          <a:p>
            <a:r>
              <a:rPr lang="es-ES" dirty="0"/>
              <a:t>Profesor: Alejandro Weinstein</a:t>
            </a:r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164D27E-3252-745D-E48E-D8A7D1499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07E3D29-99E6-F3A2-6ECC-BF12468D5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E725A04B-6C01-430F-BBE6-0BFF217C666F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058261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3CBD45-D414-D162-B961-410B924DA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Objetivo General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92E922B-3F90-83DE-4C42-543B57B10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ES" sz="2400" dirty="0"/>
              <a:t>Validar métricas de desempeño de periféricos análogos de los microcontroladores STM32 l476RG y ESP32 S3 mini</a:t>
            </a:r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8968DD1-EE3B-6005-1EF2-6D727F098B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071B0C7-5901-5031-36A8-C793F3153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E725A04B-6C01-430F-BBE6-0BFF217C666F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10310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1379EA-C185-2BEC-536D-F60FF85E2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Objetivos específicos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35CD2E8-12E3-785F-E414-3D85C3753D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8596668" cy="3740678"/>
          </a:xfrm>
        </p:spPr>
        <p:txBody>
          <a:bodyPr>
            <a:normAutofit/>
          </a:bodyPr>
          <a:lstStyle/>
          <a:p>
            <a:r>
              <a:rPr lang="es-ES" sz="2400" dirty="0"/>
              <a:t>Caracterizar el ADC de la SMT32 L476RG y ESP32 S3 mini</a:t>
            </a:r>
          </a:p>
          <a:p>
            <a:r>
              <a:rPr lang="es-ES" sz="2400" dirty="0"/>
              <a:t>Caracterizar el DAC de la STM32 L476RG</a:t>
            </a:r>
          </a:p>
          <a:p>
            <a:r>
              <a:rPr lang="es-ES" sz="2400" dirty="0"/>
              <a:t>Generar tabla comparativa de periféricos análogos entre estos microcontroladores antes y después de calibrarlos.</a:t>
            </a:r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42FA5DB-F33F-A69D-3A6C-4FEF5780A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DA493EF-472F-56C4-85B9-DF4F5D44B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E725A04B-6C01-430F-BBE6-0BFF217C666F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782955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71F31F-5B0A-F9B3-F1EA-6DB50A3C3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Sensor de Temperatura ESP32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2A48743-5B4B-FD19-E6F1-C955EF32F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25480" cy="4351338"/>
          </a:xfrm>
        </p:spPr>
        <p:txBody>
          <a:bodyPr/>
          <a:lstStyle/>
          <a:p>
            <a:r>
              <a:rPr lang="es-ES" dirty="0"/>
              <a:t>ESP32: Se llevó a una temperatura de 82 °C. Es importante notar que no funcionan bien los decimales, siempre marca X.40 °C</a:t>
            </a:r>
          </a:p>
          <a:p>
            <a:endParaRPr lang="es-ES" dirty="0"/>
          </a:p>
          <a:p>
            <a:endParaRPr lang="es-ES" dirty="0"/>
          </a:p>
          <a:p>
            <a:pPr marL="0" indent="0">
              <a:buNone/>
            </a:pPr>
            <a:endParaRPr lang="es-ES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D5BE9337-D821-040F-031A-B5E7D3F96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A48148C-050D-E761-1057-B5527C92E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4</a:t>
            </a:fld>
            <a:endParaRPr lang="es-ES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42D855D1-DAB2-DCF0-E44D-DC42513DAC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1964" y="2762192"/>
            <a:ext cx="3817951" cy="1333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7271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F3AD076-E7AD-D35A-004B-30E6CDAC7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Sensor temperatura STM32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A8303D3-B49C-E130-1306-99491EF3ED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62384" cy="4351338"/>
          </a:xfrm>
        </p:spPr>
        <p:txBody>
          <a:bodyPr/>
          <a:lstStyle/>
          <a:p>
            <a:r>
              <a:rPr lang="es-ES" dirty="0"/>
              <a:t>Acceso mediante ADC1</a:t>
            </a:r>
          </a:p>
          <a:p>
            <a:r>
              <a:rPr lang="es-ES" dirty="0"/>
              <a:t>Necesario aumentar el </a:t>
            </a:r>
            <a:r>
              <a:rPr lang="es-ES" dirty="0" err="1"/>
              <a:t>sample</a:t>
            </a:r>
            <a:r>
              <a:rPr lang="es-ES" dirty="0"/>
              <a:t> time a lo mayor posible para disminuir errores</a:t>
            </a:r>
          </a:p>
          <a:p>
            <a:endParaRPr lang="es-ES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82C631FA-9B4B-A1BC-62BE-84B103E7CF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1BD6D32-74DB-F0D1-3663-F24A9D106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5</a:t>
            </a:fld>
            <a:endParaRPr lang="es-E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420C78A2-7333-FA24-55F4-0CD215559B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0314" y="1580869"/>
            <a:ext cx="4838366" cy="1848131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2EC8897E-0AB1-2677-8AF5-45D66DBC84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1418" y="3643394"/>
            <a:ext cx="4842848" cy="3026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959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6BD68D-B64B-0403-5D67-CE96A447A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Comparativa STM32 Métricas DC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6031F30-C69E-C3FF-D708-0441EE104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9576268-F29F-4428-69BD-634D379C48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6</a:t>
            </a:fld>
            <a:endParaRPr lang="es-ES"/>
          </a:p>
        </p:txBody>
      </p:sp>
      <p:graphicFrame>
        <p:nvGraphicFramePr>
          <p:cNvPr id="12" name="Marcador de contenido 11">
            <a:extLst>
              <a:ext uri="{FF2B5EF4-FFF2-40B4-BE49-F238E27FC236}">
                <a16:creationId xmlns:a16="http://schemas.microsoft.com/office/drawing/2014/main" id="{F6A47BC9-68E2-4ED6-4EDD-B727FD8A68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02794259"/>
              </p:ext>
            </p:extLst>
          </p:nvPr>
        </p:nvGraphicFramePr>
        <p:xfrm>
          <a:off x="838203" y="3183908"/>
          <a:ext cx="10515597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1878961963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2600129029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19109640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Métrica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11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60 °C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66261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Error Ganancia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~ 1 LSB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~ 1 LSB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87532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Error Offset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17LSB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39 LSB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68562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INL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8 LSB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25 LSB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74777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DNL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2 LSB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2,5 LSB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30674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048383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D9EA71-C5CF-03D7-9312-C0F67B0AD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Mediciones AC STM32</a:t>
            </a:r>
          </a:p>
        </p:txBody>
      </p:sp>
      <p:graphicFrame>
        <p:nvGraphicFramePr>
          <p:cNvPr id="6" name="Marcador de contenido 5">
            <a:extLst>
              <a:ext uri="{FF2B5EF4-FFF2-40B4-BE49-F238E27FC236}">
                <a16:creationId xmlns:a16="http://schemas.microsoft.com/office/drawing/2014/main" id="{6F25862F-EAF9-3CF1-5406-79183E13238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2065813"/>
              </p:ext>
            </p:extLst>
          </p:nvPr>
        </p:nvGraphicFramePr>
        <p:xfrm>
          <a:off x="838203" y="3610036"/>
          <a:ext cx="10515597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2732656424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1270858815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630290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Métrica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Medido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Datasheet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28734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THD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-49,7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-67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32440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SINAD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35,63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64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1054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ENOB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5,63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49741"/>
                  </a:ext>
                </a:extLst>
              </a:tr>
            </a:tbl>
          </a:graphicData>
        </a:graphic>
      </p:graphicFrame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EDA65846-67A9-C57F-727A-4F0BC604D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77688B4-AF57-6B26-75DB-427D7A7CA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449304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2FD4D4-1630-BD6B-986B-4139BF362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Trabajo para esta semana: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E3E2757-F2D6-69A2-97E1-A2E35FB650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s-ES" dirty="0"/>
              <a:t>Métricas completas ESP32</a:t>
            </a:r>
          </a:p>
          <a:p>
            <a:pPr marL="457200" indent="-457200">
              <a:buFont typeface="+mj-lt"/>
              <a:buAutoNum type="arabicPeriod"/>
            </a:pPr>
            <a:r>
              <a:rPr lang="es-ES" dirty="0"/>
              <a:t>Calibración de tarjetas</a:t>
            </a:r>
          </a:p>
          <a:p>
            <a:pPr marL="457200" indent="-457200">
              <a:buFont typeface="+mj-lt"/>
              <a:buAutoNum type="arabicPeriod"/>
            </a:pPr>
            <a:r>
              <a:rPr lang="es-ES" dirty="0"/>
              <a:t>Cambio de instrumentación</a:t>
            </a:r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EB44F07-3C2A-B0E4-FB53-62549C39D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0594688-77A8-CF7D-B7E6-86304696C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E725A04B-6C01-430F-BBE6-0BFF217C666F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6641395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1996</TotalTime>
  <Words>192</Words>
  <Application>Microsoft Office PowerPoint</Application>
  <PresentationFormat>Panorámica</PresentationFormat>
  <Paragraphs>56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Tema de Office</vt:lpstr>
      <vt:lpstr>Caracterización de ADC y DAC de microcontroladores</vt:lpstr>
      <vt:lpstr>Objetivo General</vt:lpstr>
      <vt:lpstr>Objetivos específicos</vt:lpstr>
      <vt:lpstr>Sensor de Temperatura ESP32</vt:lpstr>
      <vt:lpstr>Sensor temperatura STM32</vt:lpstr>
      <vt:lpstr>Comparativa STM32 Métricas DC</vt:lpstr>
      <vt:lpstr>Mediciones AC STM32</vt:lpstr>
      <vt:lpstr>Trabajo para esta semana: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Sebastian Sanchez Perez (Alumno)</dc:creator>
  <cp:lastModifiedBy>Sebastian Sanchez Perez (Alumno)</cp:lastModifiedBy>
  <cp:revision>33</cp:revision>
  <dcterms:created xsi:type="dcterms:W3CDTF">2026-04-12T20:12:28Z</dcterms:created>
  <dcterms:modified xsi:type="dcterms:W3CDTF">2026-05-26T12:26:40Z</dcterms:modified>
</cp:coreProperties>
</file>