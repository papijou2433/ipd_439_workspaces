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8"/>
  </p:notesMasterIdLst>
  <p:sldIdLst>
    <p:sldId id="256" r:id="rId2"/>
    <p:sldId id="257" r:id="rId3"/>
    <p:sldId id="268" r:id="rId4"/>
    <p:sldId id="288" r:id="rId5"/>
    <p:sldId id="289" r:id="rId6"/>
    <p:sldId id="28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9350F-2939-4458-8D71-3F15E74601A9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1F878-C97D-4BE2-B675-011D6B6D452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078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174E-6725-4DA7-9A8F-10708BCA6C53}" type="datetime1">
              <a:rPr lang="es-ES" smtClean="0"/>
              <a:t>12/05/2026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2671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6AE57-678C-4474-BCAF-A1C1D01D9923}" type="datetime1">
              <a:rPr lang="es-ES" smtClean="0"/>
              <a:t>12/05/2026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2778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444EE-D81E-4C7F-A938-20181987BA6B}" type="datetime1">
              <a:rPr lang="es-ES" smtClean="0"/>
              <a:t>12/05/2026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0310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FAF70-6DC3-49DB-8469-3FD7C3DF5C2E}" type="datetime1">
              <a:rPr lang="es-ES" smtClean="0"/>
              <a:t>12/05/2026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2160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ABBE8-6FAC-4BD3-965B-CE24F796E336}" type="datetime1">
              <a:rPr lang="es-ES" smtClean="0"/>
              <a:t>12/05/2026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703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C02F9-238F-4FB1-8B2A-D4A4337555AF}" type="datetime1">
              <a:rPr lang="es-ES" smtClean="0"/>
              <a:t>12/05/2026</a:t>
            </a:fld>
            <a:endParaRPr lang="es-E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6870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BAA2-4E3A-4749-9C95-C97D8416C792}" type="datetime1">
              <a:rPr lang="es-ES" smtClean="0"/>
              <a:t>12/05/2026</a:t>
            </a:fld>
            <a:endParaRPr lang="es-E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1291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CFCA8-6CCF-4D46-B1C6-78E050CA5BBC}" type="datetime1">
              <a:rPr lang="es-ES" smtClean="0"/>
              <a:t>12/05/2026</a:t>
            </a:fld>
            <a:endParaRPr lang="es-E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6511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2B887-773C-4083-9C59-A03E7CE6E670}" type="datetime1">
              <a:rPr lang="es-ES" smtClean="0"/>
              <a:t>12/05/2026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4303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51DC3-5264-44C7-A3E4-CFD509EBEA33}" type="datetime1">
              <a:rPr lang="es-ES" smtClean="0"/>
              <a:t>12/05/2026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7679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7A52-5768-40D1-BC8B-CF7AA6FE6FAE}" type="datetime1">
              <a:rPr lang="es-ES" smtClean="0"/>
              <a:t>12/05/2026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85231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62928-AC8C-432A-97A6-2FD35C4358B6}" type="datetime1">
              <a:rPr lang="es-ES" smtClean="0"/>
              <a:t>12/05/2026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7805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28E7-65C2-4A97-A3E3-4276DB320591}" type="datetime1">
              <a:rPr lang="es-ES" smtClean="0"/>
              <a:t>12/05/2026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3408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4C196-43F4-4D9F-AE7A-CB11FBCCE685}" type="datetime1">
              <a:rPr lang="es-ES" smtClean="0"/>
              <a:t>12/05/2026</a:t>
            </a:fld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7833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D7ACA-758E-4EA2-90F8-B36D5DB85761}" type="datetime1">
              <a:rPr lang="es-ES" smtClean="0"/>
              <a:t>12/05/2026</a:t>
            </a:fld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7677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6CC12-3AAD-493A-B056-FC6E58CED972}" type="datetime1">
              <a:rPr lang="es-ES" smtClean="0"/>
              <a:t>12/05/2026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53532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15989-7D34-4CB0-BE8D-094F4093C5BE}" type="datetime1">
              <a:rPr lang="es-ES" smtClean="0"/>
              <a:t>12/05/2026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5411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4307928-303A-499E-B86C-8D170FB3D7EF}" type="datetime1">
              <a:rPr lang="es-ES" smtClean="0"/>
              <a:t>12/05/2026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3202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4F913-F19F-111C-F69E-7A31797FC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8878" y="2005709"/>
            <a:ext cx="8654243" cy="1646302"/>
          </a:xfrm>
        </p:spPr>
        <p:txBody>
          <a:bodyPr>
            <a:normAutofit fontScale="90000"/>
          </a:bodyPr>
          <a:lstStyle/>
          <a:p>
            <a:r>
              <a:rPr lang="es-ES" dirty="0"/>
              <a:t>Caracterización de ADC y DAC de microcontroladores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8D4090-8606-687E-F576-7C266EB4D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96304"/>
            <a:ext cx="9144000" cy="1655762"/>
          </a:xfrm>
        </p:spPr>
        <p:txBody>
          <a:bodyPr/>
          <a:lstStyle/>
          <a:p>
            <a:r>
              <a:rPr lang="es-ES" dirty="0"/>
              <a:t>Por: Sebastián Sánchez</a:t>
            </a:r>
          </a:p>
          <a:p>
            <a:r>
              <a:rPr lang="es-ES" dirty="0"/>
              <a:t>Profesor: Alejandro Weinstein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64D27E-3252-745D-E48E-D8A7D1499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7E3D29-99E6-F3A2-6ECC-BF12468D5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5826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CBD45-D414-D162-B961-410B924DA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Objetivo General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2E922B-3F90-83DE-4C42-543B57B10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Validar métricas de desempeño de periféricos análogos de los microcontroladores STM32 l476RG y ESP32 S3 mini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968DD1-EE3B-6005-1EF2-6D727F098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71B0C7-5901-5031-36A8-C793F3153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0310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379EA-C185-2BEC-536D-F60FF85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 específicos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5CD2E8-12E3-785F-E414-3D85C3753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2629125"/>
          </a:xfrm>
        </p:spPr>
        <p:txBody>
          <a:bodyPr>
            <a:normAutofit/>
          </a:bodyPr>
          <a:lstStyle/>
          <a:p>
            <a:r>
              <a:rPr lang="es-ES" sz="2400" dirty="0"/>
              <a:t>Caracterizar el ADC de la SMT32 L476RG y ESP32 S3 mini</a:t>
            </a:r>
          </a:p>
          <a:p>
            <a:r>
              <a:rPr lang="es-ES" sz="2400" dirty="0"/>
              <a:t>Caracterizar el DAC de la STM32 L476RG y ESP32 S3 mini</a:t>
            </a:r>
          </a:p>
          <a:p>
            <a:r>
              <a:rPr lang="es-ES" sz="2400" dirty="0"/>
              <a:t>Generar tabla comparativa de periféricos análogos entre estos microcontroladores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2FA5DB-F33F-A69D-3A6C-4FEF5780A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A493EF-472F-56C4-85B9-DF4F5D44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8295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55AB8-75E2-D3D1-B2C2-2307EFB62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CCCF5-D31D-F16D-2489-F18E6587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Previa a obtención de métricas AC</a:t>
            </a:r>
            <a:br>
              <a:rPr lang="es-ES" dirty="0"/>
            </a:br>
            <a:r>
              <a:rPr lang="es-ES" dirty="0"/>
              <a:t>DAC y STM32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CF9751-1D18-50D5-1205-FF50F4F5C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113" y="2010585"/>
            <a:ext cx="4459288" cy="4195481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Haciendo 5 pruebas con frecuencias distintas, para 2^14 mediciones por frecuencia y una frecuencia de </a:t>
            </a:r>
            <a:r>
              <a:rPr lang="es-ES" dirty="0" err="1"/>
              <a:t>sampleo</a:t>
            </a:r>
            <a:r>
              <a:rPr lang="es-ES" dirty="0"/>
              <a:t> de 10[kHz]</a:t>
            </a:r>
          </a:p>
          <a:p>
            <a:pPr marL="0" indent="0">
              <a:buNone/>
            </a:pPr>
            <a:r>
              <a:rPr lang="es-ES" dirty="0"/>
              <a:t>Fi_1 = 1,8311[Hz] (J=3)</a:t>
            </a:r>
          </a:p>
          <a:p>
            <a:pPr marL="0" indent="0">
              <a:buNone/>
            </a:pPr>
            <a:r>
              <a:rPr lang="es-ES" dirty="0"/>
              <a:t>Fi_2 = 3,0518[Hz] (J=5)</a:t>
            </a:r>
          </a:p>
          <a:p>
            <a:pPr marL="0" indent="0">
              <a:buNone/>
            </a:pPr>
            <a:r>
              <a:rPr lang="es-ES" dirty="0"/>
              <a:t>Fi_3 = 4,2725[Hz] (J=7)</a:t>
            </a:r>
          </a:p>
          <a:p>
            <a:pPr marL="0" indent="0">
              <a:buNone/>
            </a:pPr>
            <a:r>
              <a:rPr lang="es-ES" dirty="0"/>
              <a:t>Fi_4 = 5,4932[Hz] (J=8)</a:t>
            </a:r>
          </a:p>
          <a:p>
            <a:pPr marL="0" indent="0">
              <a:buNone/>
            </a:pPr>
            <a:r>
              <a:rPr lang="es-ES" dirty="0"/>
              <a:t>Fi_5 = 6,7139[Hz] (J=9)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245697-1D5C-A433-C899-47E00C244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8E396A-5F18-47B7-9FE3-D337CD5DF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4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3671D7F-9E0A-DC19-70F0-FD8FD93D0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280" y="3038364"/>
            <a:ext cx="4734266" cy="213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745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CAD3F-BD2E-C931-7B75-7167ED1A2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Modificación </a:t>
            </a:r>
            <a:r>
              <a:rPr lang="es-ES" dirty="0" err="1"/>
              <a:t>Vref</a:t>
            </a:r>
            <a:r>
              <a:rPr lang="es-ES" dirty="0"/>
              <a:t> ADC STM32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B1B3DB-44F1-76CD-00CD-DFF141869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5781040"/>
            <a:ext cx="8946541" cy="467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400" dirty="0"/>
              <a:t>Imágenes obtenidas del </a:t>
            </a:r>
            <a:r>
              <a:rPr lang="es-ES" sz="1400" dirty="0" err="1"/>
              <a:t>datasheet</a:t>
            </a:r>
            <a:r>
              <a:rPr lang="es-ES" sz="1400" dirty="0"/>
              <a:t> de la tarjeta STMT32 L476RG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D1E7A5-289E-4003-21B6-33B6D7C41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A00B2E5-9058-AC82-0C96-C7C2152C8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5</a:t>
            </a:fld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8870C05-1579-1B32-8681-07447DF76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236" y="2616890"/>
            <a:ext cx="4191363" cy="240050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1C47598-E4A5-E875-33EA-C0FDCE437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19" y="2434443"/>
            <a:ext cx="5628981" cy="276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016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FD4D4-1630-BD6B-986B-4139BF362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Trabajo durante receso: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3E2757-F2D6-69A2-97E1-A2E35FB65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s-ES" dirty="0"/>
              <a:t>Métricas DC ADC del ESP32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Métricas AC de los ADC de ambas tarjetas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Comparativa post calibrado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Validar modificación </a:t>
            </a:r>
            <a:r>
              <a:rPr lang="es-ES" dirty="0" err="1"/>
              <a:t>Vref</a:t>
            </a:r>
            <a:r>
              <a:rPr lang="es-ES" dirty="0"/>
              <a:t> STM32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B44F07-3C2A-B0E4-FB53-62549C39D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594688-77A8-CF7D-B7E6-86304696C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64139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1432</TotalTime>
  <Words>206</Words>
  <Application>Microsoft Office PowerPoint</Application>
  <PresentationFormat>Panorámica</PresentationFormat>
  <Paragraphs>29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Century Gothic</vt:lpstr>
      <vt:lpstr>Wingdings 3</vt:lpstr>
      <vt:lpstr>Ion</vt:lpstr>
      <vt:lpstr>Caracterización de ADC y DAC de microcontroladores</vt:lpstr>
      <vt:lpstr>Objetivo General</vt:lpstr>
      <vt:lpstr>Objetivos específicos</vt:lpstr>
      <vt:lpstr>Previa a obtención de métricas AC DAC y STM32</vt:lpstr>
      <vt:lpstr>Modificación Vref ADC STM32</vt:lpstr>
      <vt:lpstr>Trabajo durante receso: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Sanchez Perez (Alumno)</dc:creator>
  <cp:lastModifiedBy>Sebastian Sanchez Perez (Alumno)</cp:lastModifiedBy>
  <cp:revision>26</cp:revision>
  <dcterms:created xsi:type="dcterms:W3CDTF">2026-04-12T20:12:28Z</dcterms:created>
  <dcterms:modified xsi:type="dcterms:W3CDTF">2026-05-12T12:02:51Z</dcterms:modified>
</cp:coreProperties>
</file>