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notesMasterIdLst>
    <p:notesMasterId r:id="rId11"/>
  </p:notesMasterIdLst>
  <p:sldIdLst>
    <p:sldId id="256" r:id="rId2"/>
    <p:sldId id="257" r:id="rId3"/>
    <p:sldId id="268" r:id="rId4"/>
    <p:sldId id="279" r:id="rId5"/>
    <p:sldId id="281" r:id="rId6"/>
    <p:sldId id="282" r:id="rId7"/>
    <p:sldId id="280" r:id="rId8"/>
    <p:sldId id="283" r:id="rId9"/>
    <p:sldId id="28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A9350F-2939-4458-8D71-3F15E74601A9}" type="datetimeFigureOut">
              <a:rPr lang="es-ES" smtClean="0"/>
              <a:t>28/04/2026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1F878-C97D-4BE2-B675-011D6B6D452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078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6174E-6725-4DA7-9A8F-10708BCA6C53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7129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E6AE57-678C-4474-BCAF-A1C1D01D9923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355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444EE-D81E-4C7F-A938-20181987BA6B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01702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FAF70-6DC3-49DB-8469-3FD7C3DF5C2E}" type="datetime1">
              <a:rPr lang="es-ES" smtClean="0"/>
              <a:t>28/04/2026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9989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ABBE8-6FAC-4BD3-965B-CE24F796E336}" type="datetime1">
              <a:rPr lang="es-ES" smtClean="0"/>
              <a:t>28/04/2026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49961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C02F9-238F-4FB1-8B2A-D4A4337555AF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9331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8BAA2-4E3A-4749-9C95-C97D8416C792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241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CFCA8-6CCF-4D46-B1C6-78E050CA5BBC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7002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2B887-773C-4083-9C59-A03E7CE6E670}" type="datetime1">
              <a:rPr lang="es-ES" smtClean="0"/>
              <a:t>28/04/2026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9076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51DC3-5264-44C7-A3E4-CFD509EBEA33}" type="datetime1">
              <a:rPr lang="es-ES" smtClean="0"/>
              <a:t>28/04/2026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6666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77A52-5768-40D1-BC8B-CF7AA6FE6FAE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8261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62928-AC8C-432A-97A6-2FD35C4358B6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809991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28E7-65C2-4A97-A3E3-4276DB320591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93074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4C196-43F4-4D9F-AE7A-CB11FBCCE685}" type="datetime1">
              <a:rPr lang="es-ES" smtClean="0"/>
              <a:t>28/04/2026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50648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D7ACA-758E-4EA2-90F8-B36D5DB85761}" type="datetime1">
              <a:rPr lang="es-ES" smtClean="0"/>
              <a:t>28/04/2026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77269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6CC12-3AAD-493A-B056-FC6E58CED972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7470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15989-7D34-4CB0-BE8D-094F4093C5BE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4671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34307928-303A-499E-B86C-8D170FB3D7EF}" type="datetime1">
              <a:rPr lang="es-ES" smtClean="0"/>
              <a:t>28/04/2026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5A04B-6C01-430F-BBE6-0BFF217C666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402110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741" r:id="rId16"/>
    <p:sldLayoutId id="2147483742" r:id="rId17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F913-F19F-111C-F69E-7A31797FCF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8878" y="2005709"/>
            <a:ext cx="8654243" cy="1646302"/>
          </a:xfrm>
        </p:spPr>
        <p:txBody>
          <a:bodyPr>
            <a:normAutofit fontScale="90000"/>
          </a:bodyPr>
          <a:lstStyle/>
          <a:p>
            <a:r>
              <a:rPr lang="es-ES" dirty="0"/>
              <a:t>Caracterización de ADC y DAC de microcontroladores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8D4090-8606-687E-F576-7C266EB4DD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6304"/>
            <a:ext cx="9144000" cy="1655762"/>
          </a:xfrm>
        </p:spPr>
        <p:txBody>
          <a:bodyPr/>
          <a:lstStyle/>
          <a:p>
            <a:r>
              <a:rPr lang="es-ES" dirty="0"/>
              <a:t>Por: Sebastián Sánchez</a:t>
            </a:r>
          </a:p>
          <a:p>
            <a:r>
              <a:rPr lang="es-ES" dirty="0"/>
              <a:t>Profesor: Alejandro Weinstein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07E3D29-99E6-F3A2-6ECC-BF12468D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1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164D27E-3252-745D-E48E-D8A7D1499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5826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CBD45-D414-D162-B961-410B924DA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Objetivo General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92E922B-3F90-83DE-4C42-543B57B10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400" dirty="0"/>
              <a:t>Validar métricas de desempeño de periféricos análogos de los microcontroladores STM32 l476RG y ESP32 S3 mini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71B0C7-5901-5031-36A8-C793F3153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2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968DD1-EE3B-6005-1EF2-6D727F098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031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379EA-C185-2BEC-536D-F60FF85E2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Objetivos específicos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5CD2E8-12E3-785F-E414-3D85C3753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2629125"/>
          </a:xfrm>
        </p:spPr>
        <p:txBody>
          <a:bodyPr>
            <a:normAutofit/>
          </a:bodyPr>
          <a:lstStyle/>
          <a:p>
            <a:r>
              <a:rPr lang="es-ES" sz="2400" dirty="0"/>
              <a:t>Caracterizar el ADC de la SMT32 L476RG y ESP32 S3 mini</a:t>
            </a:r>
          </a:p>
          <a:p>
            <a:r>
              <a:rPr lang="es-ES" sz="2400" dirty="0"/>
              <a:t>Caracterizar el DAC de la STM32 L476RG y ESP32 S3 mini</a:t>
            </a:r>
          </a:p>
          <a:p>
            <a:r>
              <a:rPr lang="es-ES" sz="2400" dirty="0"/>
              <a:t>Generar tabla comparativa de periféricos análogos entre estos microcontroladores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A493EF-472F-56C4-85B9-DF4F5D44B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3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2FA5DB-F33F-A69D-3A6C-4FEF5780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8295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46F7BE-B250-F7C6-8165-11708767D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ESP32 S3 mini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FF0390-46AF-10C0-0B7D-9CE354F09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Se hizo funcionar el ADC pero no con señales generadas por el AD2</a:t>
            </a:r>
          </a:p>
          <a:p>
            <a:pPr lvl="1"/>
            <a:r>
              <a:rPr lang="es-ES" dirty="0"/>
              <a:t>Rango de operación: 0 – 1.1V de entrada</a:t>
            </a:r>
          </a:p>
          <a:p>
            <a:pPr lvl="1"/>
            <a:r>
              <a:rPr lang="es-ES" dirty="0"/>
              <a:t>Se puede atenuar la entrada por Software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43B38D-E440-3D3A-7917-EFEB1C821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4</a:t>
            </a:fld>
            <a:endParaRPr lang="es-E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3FA0822-EAD5-409D-290F-49CBAC97C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1082" y="3429000"/>
            <a:ext cx="4369835" cy="245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A0E4F287-C6C8-C699-13FE-89BD00DAB5E2}"/>
              </a:ext>
            </a:extLst>
          </p:cNvPr>
          <p:cNvSpPr txBox="1"/>
          <p:nvPr/>
        </p:nvSpPr>
        <p:spPr>
          <a:xfrm>
            <a:off x="650239" y="6441440"/>
            <a:ext cx="9111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Imagen sacada de https://www.wemos.cc/en/latest/s3/s3_mini.html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F13C552-C699-1B9F-75DB-02639A800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57395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78FCEF-8711-DFBA-306F-BB3C84E7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ESP32 S3 mini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9002DD3-36D8-B9EF-BBA6-EB66D322B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ADC de esta placa funciona con un </a:t>
            </a:r>
            <a:r>
              <a:rPr lang="es-ES" dirty="0" err="1"/>
              <a:t>Vref</a:t>
            </a:r>
            <a:r>
              <a:rPr lang="es-ES" dirty="0"/>
              <a:t> interno el cual debiese ser de 1.1V</a:t>
            </a:r>
          </a:p>
          <a:p>
            <a:pPr lvl="1"/>
            <a:r>
              <a:rPr lang="es-ES" dirty="0"/>
              <a:t>Gente (Reddit) reporta que por fábrica existen variaciones considerables a este valor</a:t>
            </a:r>
          </a:p>
          <a:p>
            <a:r>
              <a:rPr lang="es-ES" dirty="0"/>
              <a:t>Los valores de atenuación posibles son: 0, 2.5, 6 y 11 </a:t>
            </a:r>
            <a:r>
              <a:rPr lang="es-ES" dirty="0" err="1"/>
              <a:t>db</a:t>
            </a:r>
            <a:endParaRPr lang="es-ES" dirty="0"/>
          </a:p>
          <a:p>
            <a:r>
              <a:rPr lang="es-ES" dirty="0"/>
              <a:t>El ADC es impreciso a priori, pero es posible calibrar por software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0CD45E-B865-011A-79FE-D62613981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DE88F8-6861-FB79-C79A-BF4E78215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9555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FAF8B6-4F8E-FC44-11C1-C602E9588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ESP32 S3 mini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ED8453-8D7B-B83A-BB08-EF859B2CD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No posee DAC</a:t>
            </a:r>
          </a:p>
          <a:p>
            <a:r>
              <a:rPr lang="es-ES" dirty="0"/>
              <a:t>Solo aparecen canales de entrada del ADC en el </a:t>
            </a:r>
            <a:r>
              <a:rPr lang="es-ES" dirty="0" err="1"/>
              <a:t>datasheet</a:t>
            </a:r>
            <a:endParaRPr lang="es-ES" dirty="0"/>
          </a:p>
          <a:p>
            <a:r>
              <a:rPr lang="es-ES" dirty="0"/>
              <a:t>No aparece sección de DAC en </a:t>
            </a:r>
            <a:r>
              <a:rPr lang="es-ES" dirty="0" err="1"/>
              <a:t>datasheet</a:t>
            </a:r>
            <a:endParaRPr lang="es-ES" dirty="0"/>
          </a:p>
          <a:p>
            <a:r>
              <a:rPr lang="es-ES" dirty="0"/>
              <a:t>Librería para uso de DAC si se instaló localmente(probablemente debido a la librería generalizada de esp32 </a:t>
            </a:r>
            <a:r>
              <a:rPr lang="es-ES" dirty="0" err="1"/>
              <a:t>boards</a:t>
            </a:r>
            <a:r>
              <a:rPr lang="es-ES" dirty="0"/>
              <a:t>)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C810E01-E273-D031-E8D9-D6E9739D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3324A9-4C25-B8EB-AEC0-4E2E18C5B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5603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D4D4-1630-BD6B-986B-4139BF362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STM32 L476RG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3E2757-F2D6-69A2-97E1-A2E35FB65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No se lograron obtener las métricas esta semana debido a un error en la tarjeta</a:t>
            </a:r>
          </a:p>
          <a:p>
            <a:pPr lvl="1"/>
            <a:r>
              <a:rPr lang="es-ES" dirty="0"/>
              <a:t>Se cree que es debido a la modificación accidental del </a:t>
            </a:r>
            <a:r>
              <a:rPr lang="es-ES" dirty="0" err="1"/>
              <a:t>bootloader</a:t>
            </a:r>
            <a:endParaRPr lang="es-ES" dirty="0"/>
          </a:p>
          <a:p>
            <a:pPr lvl="1"/>
            <a:r>
              <a:rPr lang="es-ES" dirty="0"/>
              <a:t>Se probó con código que previamente funcionaba y las interrupciones no funcionaban</a:t>
            </a:r>
          </a:p>
          <a:p>
            <a:r>
              <a:rPr lang="es-ES" dirty="0"/>
              <a:t>De todas formas, para el ADC se hizo código para obtener métricas de ADC y DAC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0594688-77A8-CF7D-B7E6-86304696C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5A04B-6C01-430F-BBE6-0BFF217C666F}" type="slidenum">
              <a:rPr lang="es-ES" smtClean="0"/>
              <a:t>7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EB44F07-3C2A-B0E4-FB53-62549C39D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6413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6089CE1-7F4A-AEAD-89E8-07F0D14B9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725A04B-6C01-430F-BBE6-0BFF217C666F}" type="slidenum">
              <a:rPr lang="es-E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8</a:t>
            </a:fld>
            <a:endParaRPr lang="es-E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1C6C596-1CDC-0C5F-B922-103566C51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s-ES" dirty="0">
                <a:solidFill>
                  <a:srgbClr val="FFFFFF"/>
                </a:solidFill>
              </a:rPr>
              <a:t>Código no probado DAC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AF099A-0569-2F23-8073-4E62BF8C3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109" y="1645920"/>
            <a:ext cx="5919503" cy="447082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136AC87-2637-6324-4432-BD2625B80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353" y="1261974"/>
            <a:ext cx="6569009" cy="46105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D4856CD-299A-5FB9-9F09-8B4E9E36E5BE}"/>
              </a:ext>
            </a:extLst>
          </p:cNvPr>
          <p:cNvSpPr txBox="1"/>
          <p:nvPr/>
        </p:nvSpPr>
        <p:spPr>
          <a:xfrm>
            <a:off x="5200353" y="6116741"/>
            <a:ext cx="591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 Falta mostrar interrupción de recepción de modo por UART y en el </a:t>
            </a:r>
            <a:r>
              <a:rPr lang="es-ES" dirty="0" err="1"/>
              <a:t>main</a:t>
            </a:r>
            <a:r>
              <a:rPr lang="es-ES" dirty="0"/>
              <a:t> el envío de la estadística.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190D3EF-012D-F2F3-43DF-1BC776B85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55870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94FE4A-5FAF-C8E1-047F-F286CFF0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B5FA015-940B-1D6D-DCA1-0E52705E5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725A04B-6C01-430F-BBE6-0BFF217C666F}" type="slidenum">
              <a:rPr lang="es-E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es-E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3A660C6-ABA4-D591-3502-B368A16BE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s-ES" dirty="0">
                <a:solidFill>
                  <a:srgbClr val="FFFFFF"/>
                </a:solidFill>
              </a:rPr>
              <a:t>Código no probado ADC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743018-A569-A279-9B2B-B6C49360B0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109" y="1645920"/>
            <a:ext cx="5919503" cy="447082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6397848-6E1A-89D3-96CD-FAA16EF0F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034" y="1450116"/>
            <a:ext cx="5738357" cy="4519052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F5EE06E9-4F12-3C82-E740-E78F0E230990}"/>
              </a:ext>
            </a:extLst>
          </p:cNvPr>
          <p:cNvSpPr txBox="1"/>
          <p:nvPr/>
        </p:nvSpPr>
        <p:spPr>
          <a:xfrm>
            <a:off x="5200353" y="6116741"/>
            <a:ext cx="5919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 Señal de entrada dada por AD2</a:t>
            </a:r>
          </a:p>
        </p:txBody>
      </p:sp>
      <p:sp>
        <p:nvSpPr>
          <p:cNvPr id="12" name="Marcador de pie de página 11">
            <a:extLst>
              <a:ext uri="{FF2B5EF4-FFF2-40B4-BE49-F238E27FC236}">
                <a16:creationId xmlns:a16="http://schemas.microsoft.com/office/drawing/2014/main" id="{57DCB20D-7656-8242-3647-72816EF93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38719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990</TotalTime>
  <Words>324</Words>
  <Application>Microsoft Office PowerPoint</Application>
  <PresentationFormat>Panorámica</PresentationFormat>
  <Paragraphs>42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Aptos</vt:lpstr>
      <vt:lpstr>Century Gothic</vt:lpstr>
      <vt:lpstr>Wingdings 3</vt:lpstr>
      <vt:lpstr>Ion</vt:lpstr>
      <vt:lpstr>Caracterización de ADC y DAC de microcontroladores</vt:lpstr>
      <vt:lpstr>Objetivo General</vt:lpstr>
      <vt:lpstr>Objetivos específicos</vt:lpstr>
      <vt:lpstr>ESP32 S3 mini</vt:lpstr>
      <vt:lpstr>ESP32 S3 mini</vt:lpstr>
      <vt:lpstr>ESP32 S3 mini</vt:lpstr>
      <vt:lpstr>STM32 L476RG</vt:lpstr>
      <vt:lpstr>Código no probado DAC</vt:lpstr>
      <vt:lpstr>Código no probado ADC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Sanchez Perez (Alumno)</dc:creator>
  <cp:lastModifiedBy>Sebastian Sanchez Perez (Alumno)</cp:lastModifiedBy>
  <cp:revision>20</cp:revision>
  <dcterms:created xsi:type="dcterms:W3CDTF">2026-04-12T20:12:28Z</dcterms:created>
  <dcterms:modified xsi:type="dcterms:W3CDTF">2026-04-28T15:52:51Z</dcterms:modified>
</cp:coreProperties>
</file>